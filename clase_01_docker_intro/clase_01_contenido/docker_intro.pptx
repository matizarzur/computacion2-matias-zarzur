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640080"/>
            <a:ext cx="2468880" cy="3474720"/>
          </a:xfrm>
          <a:prstGeom prst="rect">
            <a:avLst/>
          </a:prstGeom>
          <a:solidFill>
            <a:srgbClr val="263347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82512" y="777240"/>
            <a:ext cx="2139696" cy="50292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2512" y="1417320"/>
            <a:ext cx="2139696" cy="50292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2057400"/>
            <a:ext cx="2139696" cy="502920"/>
          </a:xfrm>
          <a:prstGeom prst="rect">
            <a:avLst/>
          </a:prstGeom>
          <a:solidFill>
            <a:srgbClr val="0284C7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82512" y="2697480"/>
            <a:ext cx="2139696" cy="50292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3337560"/>
            <a:ext cx="2139696" cy="502920"/>
          </a:xfrm>
          <a:prstGeom prst="rect">
            <a:avLst/>
          </a:prstGeom>
          <a:solidFill>
            <a:srgbClr val="475569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Docker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II ·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· Imágenes · Filesystem por capas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FileSystem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vs Contenedores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Máquinas Virtuales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solidFill>
            <a:srgbClr val="1C2E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Hardware Físico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0" cy="411480"/>
          </a:xfrm>
          <a:prstGeom prst="rect">
            <a:avLst/>
          </a:prstGeom>
          <a:solidFill>
            <a:srgbClr val="2C1C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Host OS (Linux / Win)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840480" cy="411480"/>
          </a:xfrm>
          <a:prstGeom prst="rect">
            <a:avLst/>
          </a:prstGeom>
          <a:solidFill>
            <a:srgbClr val="2A1A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Hypervisor (VMware / KVM)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874520" cy="347472"/>
          </a:xfrm>
          <a:prstGeom prst="rect">
            <a:avLst/>
          </a:prstGeom>
          <a:solidFill>
            <a:srgbClr val="26334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Guest OS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1874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62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Libs/Deps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1874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18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468880"/>
            <a:ext cx="1874520" cy="347472"/>
          </a:xfrm>
          <a:prstGeom prst="rect">
            <a:avLst/>
          </a:prstGeom>
          <a:solidFill>
            <a:srgbClr val="26334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468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Guest OS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862072"/>
            <a:ext cx="1874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862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Libs/Deps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3218688"/>
            <a:ext cx="1874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218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⚠  Varios GB por VM · Arranque en minutos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777240"/>
            <a:ext cx="0" cy="3474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Contenedores Docker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1C2E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Hardware Físico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554480"/>
            <a:ext cx="4114800" cy="411480"/>
          </a:xfrm>
          <a:prstGeom prst="rect">
            <a:avLst/>
          </a:prstGeom>
          <a:solidFill>
            <a:srgbClr val="2C1C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Host OS + Kernel (compartido)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solidFill>
            <a:srgbClr val="0A1A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Docker Engine (containerd)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1261872" cy="320040"/>
          </a:xfrm>
          <a:prstGeom prst="rect">
            <a:avLst/>
          </a:prstGeom>
          <a:solidFill>
            <a:srgbClr val="2633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68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Libs/Deps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1261872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34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9048" y="2468880"/>
            <a:ext cx="1261872" cy="320040"/>
          </a:xfrm>
          <a:prstGeom prst="rect">
            <a:avLst/>
          </a:prstGeom>
          <a:solidFill>
            <a:srgbClr val="2633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9048" y="2468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Libs/Deps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99048" y="2834640"/>
            <a:ext cx="1261872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9048" y="2834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43216" y="2468880"/>
            <a:ext cx="1261872" cy="320040"/>
          </a:xfrm>
          <a:prstGeom prst="rect">
            <a:avLst/>
          </a:prstGeom>
          <a:solidFill>
            <a:srgbClr val="2633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3216" y="2468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Libs/Deps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43216" y="2834640"/>
            <a:ext cx="1261872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43216" y="28346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  MB por contenedor · Arranque en segundos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2194560"/>
            <a:ext cx="201168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Los contenedores aíslan procesos usando namespaces y cgroups del kernel Linux — sin virtualizar hardware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por Capas — Union 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75488"/>
          </a:xfrm>
          <a:prstGeom prst="rect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32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 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117"/>
                </a:solidFill>
              </a:rPr>
              <a:t>R/W  —  efímero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67328" y="923544"/>
            <a:ext cx="438912" cy="237744"/>
          </a:xfrm>
          <a:prstGeom prst="rect">
            <a:avLst>
              <a:gd name="adj" fmla="val 1923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92354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R/W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76856" y="1298448"/>
            <a:ext cx="0" cy="10972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89888"/>
            <a:ext cx="4023360" cy="475488"/>
          </a:xfrm>
          <a:prstGeom prst="rect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417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app.py  +  requirements.txt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COPY (tu código)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67328" y="1508760"/>
            <a:ext cx="438912" cy="237744"/>
          </a:xfrm>
          <a:prstGeom prst="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50876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R/O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76856" y="1883664"/>
            <a:ext cx="0" cy="10972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975104"/>
            <a:ext cx="4023360" cy="47548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002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 install flask numpy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RUN (dependencias)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67328" y="2093976"/>
            <a:ext cx="438912" cy="237744"/>
          </a:xfrm>
          <a:prstGeom prst="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09397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R/O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76856" y="2468880"/>
            <a:ext cx="0" cy="10972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60320"/>
            <a:ext cx="4023360" cy="475488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2587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python:3.11-slim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FROM (imagen base)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67328" y="2679192"/>
            <a:ext cx="438912" cy="237744"/>
          </a:xfrm>
          <a:prstGeom prst="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6791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R/O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76856" y="3054096"/>
            <a:ext cx="0" cy="10972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45536"/>
            <a:ext cx="4023360" cy="475488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" y="3172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Debian slim 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383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Sistema operativo base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67328" y="3264408"/>
            <a:ext cx="438912" cy="237744"/>
          </a:xfrm>
          <a:prstGeom prst="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326440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R/O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70832" y="1389888"/>
            <a:ext cx="0" cy="224942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1389888"/>
            <a:ext cx="1371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832" y="3639312"/>
            <a:ext cx="1371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2240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Imagen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(inmutable)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70832" y="804672"/>
            <a:ext cx="137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0832" y="1280160"/>
            <a:ext cx="137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0832" y="804672"/>
            <a:ext cx="0" cy="475488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8412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Contenedor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(efímero)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¿Por qué capas?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37760" y="1234440"/>
            <a:ext cx="393192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0" y="1234440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Cache de build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74920" y="15453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Si una capa no cambió, Docker la reutiliza. Solo re-ejecuta desde la capa modificada en adelante.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37760" y="2130552"/>
            <a:ext cx="393192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37760" y="2130552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Compartir capas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74920" y="244144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100 contenedores basados en python:3.11 comparten el mismo conjunto de capas en disco.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37760" y="3026664"/>
            <a:ext cx="393192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37760" y="3026664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Inmutabilidad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74920" y="33375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Las capas de imagen son de solo lectura. Cada contenedor tiene su propia capa R/W encima.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3922776"/>
            <a:ext cx="393192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937760" y="3922776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💾  Eficiencia en disco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74920" y="42336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Solo se almacena la diferencia (diff) entre capas. Como un git commit para el filesystem.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Tecnología: OverlayFS (Linux) — overlay2 es el storage driver por defecto desde Docker 1.13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→ Contenedor · El flujo completo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45920" cy="2194560"/>
          </a:xfrm>
          <a:prstGeom prst="rect">
            <a:avLst/>
          </a:prstGeom>
          <a:solidFill>
            <a:srgbClr val="1F293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Docker 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(Registry)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1463040" cy="20116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python:3.11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1463040" cy="20116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ubuntu:24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1463040" cy="20116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87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nginx:alpine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1463040" cy="20116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34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postgres:16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20240" y="201168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docker pull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868680"/>
            <a:ext cx="1828800" cy="2286000"/>
          </a:xfrm>
          <a:prstGeom prst="rect">
            <a:avLst/>
          </a:prstGeom>
          <a:solidFill>
            <a:srgbClr val="1F2937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Imagen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python:3.11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24912" y="1554480"/>
            <a:ext cx="1591056" cy="2743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15544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COPY app.py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24912" y="1874520"/>
            <a:ext cx="1591056" cy="27432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18745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RUN pip install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24912" y="2194560"/>
            <a:ext cx="1591056" cy="274320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FROM python:3.11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24912" y="2514600"/>
            <a:ext cx="1591056" cy="274320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51460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Debian base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0604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Inmutable · Read-Only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17320" y="749808"/>
            <a:ext cx="1097280" cy="256032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749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Dockerfile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14600" y="877824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417320" y="1024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docker build →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480560" y="2011680"/>
            <a:ext cx="5029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</a:rPr>
              <a:t>docker run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0" y="960120"/>
            <a:ext cx="1280160" cy="2148840"/>
          </a:xfrm>
          <a:prstGeom prst="rect">
            <a:avLst/>
          </a:prstGeom>
          <a:solidFill>
            <a:srgbClr val="1F2937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1005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C1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1335024"/>
            <a:ext cx="1097280" cy="219456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1335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COPY app.py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120640" y="1591056"/>
            <a:ext cx="1097280" cy="219456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1591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RUN pip install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120640" y="1847088"/>
            <a:ext cx="109728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FROM python:3.11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5120640" y="2103120"/>
            <a:ext cx="1097280" cy="219456"/>
          </a:xfrm>
          <a:prstGeom prst="rect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1031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Debian base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5074920" y="2377440"/>
            <a:ext cx="1188720" cy="292608"/>
          </a:xfrm>
          <a:prstGeom prst="rect">
            <a:avLst/>
          </a:prstGeom>
          <a:solidFill>
            <a:srgbClr val="0EA5E9">
              <a:alpha val="8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2377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R/W layer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63640" y="960120"/>
            <a:ext cx="1280160" cy="2148840"/>
          </a:xfrm>
          <a:prstGeom prst="rect">
            <a:avLst/>
          </a:prstGeom>
          <a:solidFill>
            <a:srgbClr val="1F2937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1005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C2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55080" y="1335024"/>
            <a:ext cx="1097280" cy="219456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1335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COPY app.py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355080" y="1591056"/>
            <a:ext cx="1097280" cy="219456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1591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RUN pip install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6355080" y="1847088"/>
            <a:ext cx="109728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FROM python:3.11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355080" y="2103120"/>
            <a:ext cx="1097280" cy="219456"/>
          </a:xfrm>
          <a:prstGeom prst="rect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1031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Debian base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309360" y="2377440"/>
            <a:ext cx="1188720" cy="292608"/>
          </a:xfrm>
          <a:prstGeom prst="rect">
            <a:avLst/>
          </a:prstGeom>
          <a:solidFill>
            <a:srgbClr val="0EA5E9">
              <a:alpha val="8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377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R/W layer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98080" y="960120"/>
            <a:ext cx="1280160" cy="2148840"/>
          </a:xfrm>
          <a:prstGeom prst="rect">
            <a:avLst/>
          </a:prstGeom>
          <a:solidFill>
            <a:srgbClr val="1F2937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498080" y="1005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C3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589520" y="1335024"/>
            <a:ext cx="1097280" cy="219456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1335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COPY app.py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7589520" y="1591056"/>
            <a:ext cx="1097280" cy="219456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1591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RUN pip install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7589520" y="1847088"/>
            <a:ext cx="109728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FROM python:3.11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7589520" y="2103120"/>
            <a:ext cx="1097280" cy="219456"/>
          </a:xfrm>
          <a:prstGeom prst="rect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21031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Debian base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7543800" y="2377440"/>
            <a:ext cx="1188720" cy="292608"/>
          </a:xfrm>
          <a:prstGeom prst="rect">
            <a:avLst/>
          </a:prstGeom>
          <a:solidFill>
            <a:srgbClr val="0EA5E9">
              <a:alpha val="8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43800" y="2377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R/W layer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983480" y="3182112"/>
            <a:ext cx="38404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3200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Las capas de imagen son compartidas en disco.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Solo la capa R/W es única por contenedor.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3749040"/>
            <a:ext cx="91440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37947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Ciclo de vida básico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4320" y="4114800"/>
            <a:ext cx="16916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ubuntu bash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20040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</a:rPr>
              <a:t>Crear + ejecutar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066544" y="4114800"/>
            <a:ext cx="16916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12264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112264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Listar todos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858768" y="4114800"/>
            <a:ext cx="16916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04488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904488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Detener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650992" y="4114800"/>
            <a:ext cx="16916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96712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696712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Eliminar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443216" y="4114800"/>
            <a:ext cx="16916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88936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488936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Ver imágenes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aísla Docker? — Kernel Linux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383280" y="1371600"/>
            <a:ext cx="2377440" cy="1828800"/>
          </a:xfrm>
          <a:prstGeom prst="ellipse">
            <a:avLst/>
          </a:prstGeom>
          <a:solidFill>
            <a:srgbClr val="263347"/>
          </a:solidFill>
          <a:ln w="381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13716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Linux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Kernel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NAMESPACES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298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Árbol de procesos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80360" y="129844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7160" y="160020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618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1801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Interfaces de 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80360" y="180136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7160" y="210312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121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2304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Puntos de montaje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80360" y="230428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" y="260604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624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2807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Hostname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0360" y="280720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37160" y="310896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3310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Comunicación IPC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80360" y="331012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7160" y="3611880"/>
            <a:ext cx="27432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3813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UID/GID mapping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880360" y="3813048"/>
            <a:ext cx="5029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217920" y="731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CGROUPS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Cuota de CPU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129844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172200" y="160020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618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Límite de RAM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180136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172200" y="210312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304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I/O de disco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760720" y="230428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172200" y="260604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624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net_cls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Ancho de banda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60720" y="280720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6172200" y="310896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310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Acceso a dispositivos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60720" y="331012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172200" y="361188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630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3813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Nº de procesos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60720" y="3813048"/>
            <a:ext cx="411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Namespaces = ¿qué puede VER el contenedor?   ·   cgroups = ¿qué puede USAR el contenedor?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 el Curso — Python + Volúmenes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474720" cy="3840480"/>
          </a:xfrm>
          <a:prstGeom prst="rect">
            <a:avLst/>
          </a:prstGeom>
          <a:solidFill>
            <a:srgbClr val="1F2937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474720" cy="38404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 Tu máquina (host)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~/computacion2/tp1/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91056"/>
            <a:ext cx="30175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91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mi_script.py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30175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utils.py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30175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Editor favorito: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868680" cy="29260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71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VS Code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08760" y="2971800"/>
            <a:ext cx="868680" cy="29260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2971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Vim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14600" y="2971800"/>
            <a:ext cx="868680" cy="292608"/>
          </a:xfrm>
          <a:prstGeom prst="rect">
            <a:avLst/>
          </a:prstGeom>
          <a:solidFill>
            <a:srgbClr val="26334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971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PyCharm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0" y="2194560"/>
            <a:ext cx="1463040" cy="502920"/>
          </a:xfrm>
          <a:prstGeom prst="rect">
            <a:avLst/>
          </a:prstGeom>
          <a:solidFill>
            <a:srgbClr val="1A2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Volume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-v $(pwd):/app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94760" y="2441448"/>
            <a:ext cx="-10972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2441448"/>
            <a:ext cx="10972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777240"/>
            <a:ext cx="3291840" cy="3840480"/>
          </a:xfrm>
          <a:prstGeom prst="rect">
            <a:avLst/>
          </a:prstGeom>
          <a:solidFill>
            <a:srgbClr val="1F2937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777240"/>
            <a:ext cx="3291840" cy="384048"/>
          </a:xfrm>
          <a:prstGeom prst="rect">
            <a:avLst/>
          </a:prstGeom>
          <a:solidFill>
            <a:srgbClr val="0A20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804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🐳  Contenedor Docker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1261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Imagen: python:3.11-slim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/app/  (montado)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1874520"/>
            <a:ext cx="3108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938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mi_script.py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22128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desde Docker!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15000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3.11.8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26883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 Mismo resultado en cualquier máquina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Tags de imagen: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291840"/>
            <a:ext cx="3063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~900 MB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3639312"/>
            <a:ext cx="3063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python:3.11-slim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~130 MB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3986784"/>
            <a:ext cx="3063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python:3.11-alpine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0664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~50 MB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-v $(pwd):/app  -w /app  python:3.11-slim  python mi_script.py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Introducción</dc:title>
  <dc:subject>PptxGenJS Presentation</dc:subject>
  <dc:creator>PptxGenJS</dc:creator>
  <cp:lastModifiedBy>PptxGenJS</cp:lastModifiedBy>
  <cp:revision>1</cp:revision>
  <dcterms:created xsi:type="dcterms:W3CDTF">2026-03-17T02:22:14Z</dcterms:created>
  <dcterms:modified xsi:type="dcterms:W3CDTF">2026-03-17T02:22:14Z</dcterms:modified>
</cp:coreProperties>
</file>